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81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55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71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602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090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6528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88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8457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74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335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3940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8433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015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8549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8965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6876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81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35456-2E18-45EF-B437-1D35892B5720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CC862-CB35-44EF-9937-F17F16301C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111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37E24-8883-FB6B-BCF0-42B09C9FC1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SE Developer</a:t>
            </a:r>
            <a:br>
              <a:rPr lang="en-US" altLang="zh-TW" dirty="0"/>
            </a:br>
            <a:r>
              <a:rPr lang="en-US" altLang="zh-TW" dirty="0"/>
              <a:t>1z0-819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FB4DCE2-2017-0D79-7C06-4D579350C5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/>
              <a:t>江聖榮</a:t>
            </a:r>
          </a:p>
        </p:txBody>
      </p:sp>
    </p:spTree>
    <p:extLst>
      <p:ext uri="{BB962C8B-B14F-4D97-AF65-F5344CB8AC3E}">
        <p14:creationId xmlns:p14="http://schemas.microsoft.com/office/powerpoint/2010/main" val="3107233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62F71-62E8-058E-36B2-331EADA04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error &amp; Exception;</a:t>
            </a:r>
            <a:r>
              <a:rPr lang="zh-TW" altLang="en-US" dirty="0"/>
              <a:t>錯誤與異常處理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6E9586-A903-1D87-FBDA-48733977D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r>
              <a:rPr lang="zh-TW" altLang="en-US" dirty="0"/>
              <a:t>提共的錯誤與異常狀況處理機制</a:t>
            </a:r>
          </a:p>
          <a:p>
            <a:pPr lvl="1"/>
            <a:r>
              <a:rPr lang="zh-TW" altLang="en-US" dirty="0"/>
              <a:t>處理方式</a:t>
            </a:r>
            <a:r>
              <a:rPr lang="en-US" altLang="zh-TW" dirty="0"/>
              <a:t>-&gt;</a:t>
            </a:r>
            <a:r>
              <a:rPr lang="zh-TW" altLang="en-US" dirty="0"/>
              <a:t>將步驟強制中斷，並且拋出錯誤或異常訊息</a:t>
            </a:r>
          </a:p>
          <a:p>
            <a:r>
              <a:rPr lang="en-US" altLang="zh-TW" dirty="0"/>
              <a:t>Error</a:t>
            </a:r>
          </a:p>
          <a:p>
            <a:pPr lvl="1"/>
            <a:r>
              <a:rPr lang="zh-TW" altLang="en-US" dirty="0"/>
              <a:t>編譯或執行時出現</a:t>
            </a:r>
            <a:r>
              <a:rPr lang="en-US" altLang="zh-TW" dirty="0"/>
              <a:t>Error</a:t>
            </a:r>
            <a:r>
              <a:rPr lang="zh-TW" altLang="en-US" dirty="0"/>
              <a:t>訊息，表示程式碼嚴重錯誤，只有修改程式碼一途</a:t>
            </a:r>
          </a:p>
          <a:p>
            <a:r>
              <a:rPr lang="en-US" altLang="zh-TW" dirty="0"/>
              <a:t>Exception</a:t>
            </a:r>
          </a:p>
          <a:p>
            <a:pPr lvl="1"/>
            <a:r>
              <a:rPr lang="zh-TW" altLang="en-US" dirty="0"/>
              <a:t>只會在執行時</a:t>
            </a:r>
            <a:r>
              <a:rPr lang="en-US" altLang="zh-TW" dirty="0"/>
              <a:t>(run)</a:t>
            </a:r>
            <a:r>
              <a:rPr lang="zh-TW" altLang="en-US" dirty="0"/>
              <a:t>出現</a:t>
            </a:r>
            <a:r>
              <a:rPr lang="en-US" altLang="zh-TW" dirty="0"/>
              <a:t>,JRE</a:t>
            </a:r>
            <a:r>
              <a:rPr lang="zh-TW" altLang="en-US" dirty="0"/>
              <a:t>的檢驗機制</a:t>
            </a:r>
            <a:r>
              <a:rPr lang="en-US" altLang="zh-TW" dirty="0"/>
              <a:t>,</a:t>
            </a:r>
            <a:r>
              <a:rPr lang="zh-TW" altLang="en-US" dirty="0"/>
              <a:t>基本上語法是對的，只是設計者沒考量到某些細節</a:t>
            </a:r>
            <a:r>
              <a:rPr lang="en-US" altLang="zh-TW" dirty="0"/>
              <a:t>,</a:t>
            </a:r>
            <a:r>
              <a:rPr lang="zh-TW" altLang="en-US" dirty="0"/>
              <a:t>被使用者</a:t>
            </a:r>
            <a:r>
              <a:rPr lang="en-US" altLang="zh-TW" dirty="0"/>
              <a:t>(user)</a:t>
            </a:r>
            <a:r>
              <a:rPr lang="zh-TW" altLang="en-US" dirty="0"/>
              <a:t>抓出問題</a:t>
            </a:r>
            <a:r>
              <a:rPr lang="en-US" altLang="zh-TW" dirty="0"/>
              <a:t>,</a:t>
            </a:r>
            <a:r>
              <a:rPr lang="zh-TW" altLang="en-US" dirty="0"/>
              <a:t>又稱</a:t>
            </a:r>
            <a:r>
              <a:rPr lang="en-US" altLang="zh-TW" dirty="0"/>
              <a:t>-&gt;”BUG”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5095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B0B82C-F92E-DDEE-F7CA-5F896908A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訊息捕捉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EF174F-4B06-0E19-CF76-CD93A083BC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b="1" dirty="0">
                <a:solidFill>
                  <a:srgbClr val="FFFF00"/>
                </a:solidFill>
              </a:rPr>
              <a:t>ERROR</a:t>
            </a:r>
            <a:r>
              <a:rPr lang="zh-TW" altLang="en-US" dirty="0"/>
              <a:t>訊息不須捕捉，只能修改</a:t>
            </a:r>
          </a:p>
          <a:p>
            <a:r>
              <a:rPr lang="zh-TW" altLang="en-US" dirty="0"/>
              <a:t>主要捕捉</a:t>
            </a:r>
            <a:r>
              <a:rPr lang="en-US" altLang="zh-TW" dirty="0"/>
              <a:t>-&gt;</a:t>
            </a:r>
            <a:r>
              <a:rPr lang="en-US" altLang="zh-TW" b="1" dirty="0">
                <a:solidFill>
                  <a:srgbClr val="FFFF00"/>
                </a:solidFill>
              </a:rPr>
              <a:t>Exception</a:t>
            </a:r>
            <a:r>
              <a:rPr lang="zh-TW" altLang="en-US" dirty="0"/>
              <a:t>訊息</a:t>
            </a:r>
          </a:p>
          <a:p>
            <a:r>
              <a:rPr lang="zh-TW" altLang="en-US" dirty="0"/>
              <a:t>方式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try</a:t>
            </a:r>
          </a:p>
          <a:p>
            <a:pPr marL="914400" lvl="2" indent="0">
              <a:buNone/>
            </a:pPr>
            <a:r>
              <a:rPr lang="en-US" altLang="zh-TW" dirty="0"/>
              <a:t>{</a:t>
            </a:r>
          </a:p>
          <a:p>
            <a:pPr marL="1371600" lvl="3" indent="0">
              <a:buNone/>
            </a:pPr>
            <a:r>
              <a:rPr lang="en-US" altLang="zh-TW" dirty="0"/>
              <a:t>…..</a:t>
            </a:r>
            <a:r>
              <a:rPr lang="zh-TW" altLang="en-US" dirty="0"/>
              <a:t>有問題的步驟</a:t>
            </a:r>
            <a:r>
              <a:rPr lang="en-US" altLang="zh-TW" dirty="0"/>
              <a:t>..</a:t>
            </a:r>
          </a:p>
          <a:p>
            <a:pPr marL="914400" lvl="2" indent="0">
              <a:buNone/>
            </a:pPr>
            <a:r>
              <a:rPr lang="en-US" altLang="zh-TW" dirty="0"/>
              <a:t>}</a:t>
            </a:r>
          </a:p>
          <a:p>
            <a:pPr marL="914400" lvl="2" indent="0">
              <a:buNone/>
            </a:pPr>
            <a:r>
              <a:rPr lang="en-US" altLang="zh-TW" dirty="0"/>
              <a:t>catch(</a:t>
            </a:r>
            <a:r>
              <a:rPr lang="zh-TW" altLang="en-US" dirty="0"/>
              <a:t>異常訊息物件</a:t>
            </a:r>
            <a:r>
              <a:rPr lang="en-US" altLang="zh-TW" dirty="0"/>
              <a:t>)</a:t>
            </a:r>
          </a:p>
          <a:p>
            <a:pPr marL="914400" lvl="2" indent="0">
              <a:buNone/>
            </a:pPr>
            <a:r>
              <a:rPr lang="en-US" altLang="zh-TW" dirty="0"/>
              <a:t>{</a:t>
            </a:r>
          </a:p>
          <a:p>
            <a:pPr marL="457200" lvl="1" indent="0">
              <a:buNone/>
            </a:pPr>
            <a:r>
              <a:rPr lang="en-US" altLang="zh-TW" dirty="0"/>
              <a:t>		</a:t>
            </a:r>
            <a:r>
              <a:rPr lang="zh-TW" altLang="en-US" dirty="0"/>
              <a:t>解決說明或步驟</a:t>
            </a:r>
          </a:p>
          <a:p>
            <a:pPr marL="914400" lvl="2" indent="0">
              <a:buNone/>
            </a:pPr>
            <a:r>
              <a:rPr lang="en-US" altLang="zh-TW" dirty="0"/>
              <a:t>}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-US" altLang="zh-TW" sz="2100" dirty="0"/>
              <a:t>throws </a:t>
            </a:r>
            <a:r>
              <a:rPr lang="zh-TW" altLang="en-US" sz="2100" dirty="0"/>
              <a:t>異常物件</a:t>
            </a:r>
          </a:p>
          <a:p>
            <a:endParaRPr lang="zh-TW" altLang="en-US" dirty="0"/>
          </a:p>
        </p:txBody>
      </p:sp>
      <p:pic>
        <p:nvPicPr>
          <p:cNvPr id="6" name="內容版面配置區 5" descr="一張含有 文字, 螢幕擷取畫面, 圖表, 字型 的圖片&#10;&#10;自動產生的描述">
            <a:extLst>
              <a:ext uri="{FF2B5EF4-FFF2-40B4-BE49-F238E27FC236}">
                <a16:creationId xmlns:a16="http://schemas.microsoft.com/office/drawing/2014/main" id="{505A7C48-4E3A-D340-235B-B8B5A5326D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1" y="2379751"/>
            <a:ext cx="6363018" cy="3836038"/>
          </a:xfrm>
        </p:spPr>
      </p:pic>
    </p:spTree>
    <p:extLst>
      <p:ext uri="{BB962C8B-B14F-4D97-AF65-F5344CB8AC3E}">
        <p14:creationId xmlns:p14="http://schemas.microsoft.com/office/powerpoint/2010/main" val="300932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2F7113-36F8-1A90-FC61-BA0FB648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Exception</a:t>
            </a:r>
            <a:r>
              <a:rPr lang="zh-TW" altLang="en-US" dirty="0"/>
              <a:t>分類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0A71D0E-EFCC-9B6B-E924-78C2B8FA28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err="1"/>
              <a:t>RuntimeExcption</a:t>
            </a:r>
            <a:endParaRPr lang="en-US" altLang="zh-TW" dirty="0"/>
          </a:p>
          <a:p>
            <a:pPr lvl="1"/>
            <a:r>
              <a:rPr lang="en-US" altLang="zh-TW" dirty="0"/>
              <a:t>Unchecked</a:t>
            </a:r>
          </a:p>
          <a:p>
            <a:pPr lvl="1"/>
            <a:r>
              <a:rPr lang="zh-TW" altLang="en-US" dirty="0"/>
              <a:t>不須捕捉也可</a:t>
            </a:r>
          </a:p>
          <a:p>
            <a:r>
              <a:rPr lang="zh-TW" altLang="en-US" dirty="0"/>
              <a:t>非</a:t>
            </a:r>
            <a:r>
              <a:rPr lang="en-US" altLang="zh-TW" dirty="0" err="1"/>
              <a:t>RuntimeExceptuion</a:t>
            </a:r>
            <a:endParaRPr lang="en-US" altLang="zh-TW" dirty="0"/>
          </a:p>
          <a:p>
            <a:pPr lvl="1"/>
            <a:r>
              <a:rPr lang="en-US" altLang="zh-TW" dirty="0"/>
              <a:t>Checked</a:t>
            </a:r>
          </a:p>
          <a:p>
            <a:pPr lvl="1"/>
            <a:r>
              <a:rPr lang="zh-TW" altLang="en-US" dirty="0"/>
              <a:t>一定要捕捉，不然無法編譯</a:t>
            </a:r>
          </a:p>
          <a:p>
            <a:endParaRPr lang="zh-TW" altLang="en-US" dirty="0"/>
          </a:p>
        </p:txBody>
      </p:sp>
      <p:pic>
        <p:nvPicPr>
          <p:cNvPr id="8" name="內容版面配置區 7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F9BB81C2-707F-E753-5AB9-78F4536C0F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678" y="2251230"/>
            <a:ext cx="6296637" cy="3853542"/>
          </a:xfrm>
        </p:spPr>
      </p:pic>
    </p:spTree>
    <p:extLst>
      <p:ext uri="{BB962C8B-B14F-4D97-AF65-F5344CB8AC3E}">
        <p14:creationId xmlns:p14="http://schemas.microsoft.com/office/powerpoint/2010/main" val="300724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8C012D-493A-168F-C24E-EE9292DCE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多重條件捕捉</a:t>
            </a:r>
            <a:r>
              <a:rPr lang="en-US" altLang="zh-TW" dirty="0"/>
              <a:t>(</a:t>
            </a:r>
            <a:r>
              <a:rPr lang="zh-TW" altLang="en-US" dirty="0"/>
              <a:t>單選</a:t>
            </a:r>
            <a:r>
              <a:rPr lang="en-US" altLang="zh-TW" dirty="0"/>
              <a:t>),final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9939EB-71F5-01D0-7F83-7D376F15D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0" y="2075688"/>
            <a:ext cx="4698358" cy="3860501"/>
          </a:xfrm>
        </p:spPr>
        <p:txBody>
          <a:bodyPr>
            <a:noAutofit/>
          </a:bodyPr>
          <a:lstStyle/>
          <a:p>
            <a:r>
              <a:rPr lang="en-US" altLang="zh-TW" sz="1800" b="1" dirty="0"/>
              <a:t>Try</a:t>
            </a:r>
          </a:p>
          <a:p>
            <a:pPr marL="0" indent="0">
              <a:buNone/>
            </a:pPr>
            <a:r>
              <a:rPr lang="en-US" altLang="zh-TW" sz="1800" b="1" dirty="0"/>
              <a:t>{</a:t>
            </a:r>
          </a:p>
          <a:p>
            <a:pPr marL="0" indent="0">
              <a:buNone/>
            </a:pPr>
            <a:r>
              <a:rPr lang="en-US" altLang="zh-TW" sz="1800" b="1" dirty="0"/>
              <a:t>}</a:t>
            </a:r>
          </a:p>
          <a:p>
            <a:pPr marL="0" indent="0">
              <a:buNone/>
            </a:pPr>
            <a:r>
              <a:rPr lang="en-US" altLang="zh-TW" sz="1800" b="1" dirty="0"/>
              <a:t>Catch(</a:t>
            </a:r>
            <a:r>
              <a:rPr lang="zh-TW" altLang="en-US" sz="1800" b="1" dirty="0"/>
              <a:t>異常</a:t>
            </a:r>
            <a:r>
              <a:rPr lang="en-US" altLang="zh-TW" sz="1800" b="1" dirty="0"/>
              <a:t>1)</a:t>
            </a:r>
          </a:p>
          <a:p>
            <a:pPr marL="0" indent="0">
              <a:buNone/>
            </a:pPr>
            <a:r>
              <a:rPr lang="en-US" altLang="zh-TW" sz="1800" b="1" dirty="0"/>
              <a:t>{</a:t>
            </a:r>
          </a:p>
          <a:p>
            <a:pPr marL="0" indent="0">
              <a:buNone/>
            </a:pPr>
            <a:r>
              <a:rPr lang="en-US" altLang="zh-TW" sz="1800" b="1" dirty="0"/>
              <a:t>}</a:t>
            </a:r>
          </a:p>
          <a:p>
            <a:pPr marL="0" indent="0">
              <a:buNone/>
            </a:pPr>
            <a:r>
              <a:rPr lang="en-US" altLang="zh-TW" sz="1800" b="1" dirty="0"/>
              <a:t>Catch(</a:t>
            </a:r>
            <a:r>
              <a:rPr lang="zh-TW" altLang="en-US" sz="1800" b="1" dirty="0"/>
              <a:t>異常</a:t>
            </a:r>
            <a:r>
              <a:rPr lang="en-US" altLang="zh-TW" sz="1800" b="1" dirty="0"/>
              <a:t>2)</a:t>
            </a:r>
          </a:p>
          <a:p>
            <a:pPr marL="0" indent="0">
              <a:buNone/>
            </a:pPr>
            <a:r>
              <a:rPr lang="en-US" altLang="zh-TW" sz="1800" b="1" dirty="0"/>
              <a:t>{</a:t>
            </a:r>
          </a:p>
          <a:p>
            <a:pPr marL="0" indent="0">
              <a:buNone/>
            </a:pPr>
            <a:r>
              <a:rPr lang="en-US" altLang="zh-TW" sz="1800" b="1" dirty="0"/>
              <a:t>}</a:t>
            </a:r>
          </a:p>
          <a:p>
            <a:pPr marL="0" indent="0">
              <a:buNone/>
            </a:pPr>
            <a:r>
              <a:rPr lang="en-US" altLang="zh-TW" sz="1800" b="1" dirty="0"/>
              <a:t>…………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zh-TW" sz="2000" b="1" dirty="0">
                <a:solidFill>
                  <a:srgbClr val="FFFF00"/>
                </a:solidFill>
              </a:rPr>
              <a:t>final</a:t>
            </a:r>
          </a:p>
          <a:p>
            <a:r>
              <a:rPr lang="en-US" altLang="zh-TW" sz="1800" b="1" dirty="0">
                <a:solidFill>
                  <a:srgbClr val="FFFF00"/>
                </a:solidFill>
              </a:rPr>
              <a:t>Ps:</a:t>
            </a:r>
            <a:r>
              <a:rPr lang="zh-TW" altLang="en-US" sz="1800" b="1" dirty="0">
                <a:solidFill>
                  <a:srgbClr val="FFFF00"/>
                </a:solidFill>
              </a:rPr>
              <a:t>有繼承關係的異常訊息，父類別要擺最後</a:t>
            </a:r>
          </a:p>
          <a:p>
            <a:endParaRPr lang="zh-TW" altLang="en-US" sz="1800" b="1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92BF487-63C2-37EB-4364-7C071C6AE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123" y="2336872"/>
            <a:ext cx="4700058" cy="4027351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/>
              <a:t>Try</a:t>
            </a:r>
          </a:p>
          <a:p>
            <a:pPr marL="0" indent="0">
              <a:buNone/>
            </a:pPr>
            <a:r>
              <a:rPr lang="en-US" altLang="zh-TW" dirty="0"/>
              <a:t>{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}</a:t>
            </a:r>
          </a:p>
          <a:p>
            <a:pPr marL="0" indent="0">
              <a:buNone/>
            </a:pPr>
            <a:r>
              <a:rPr lang="en-US" altLang="zh-TW" dirty="0"/>
              <a:t>Catch(</a:t>
            </a:r>
            <a:r>
              <a:rPr lang="zh-TW" altLang="en-US" dirty="0"/>
              <a:t>異常</a:t>
            </a:r>
            <a:r>
              <a:rPr lang="en-US" altLang="zh-TW" dirty="0"/>
              <a:t>1|</a:t>
            </a:r>
            <a:r>
              <a:rPr lang="zh-TW" altLang="en-US" dirty="0"/>
              <a:t>異常</a:t>
            </a:r>
            <a:r>
              <a:rPr lang="en-US" altLang="zh-TW" dirty="0"/>
              <a:t>2..)-&gt;</a:t>
            </a:r>
            <a:r>
              <a:rPr lang="zh-TW" altLang="en-US" dirty="0"/>
              <a:t>無繼承關係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{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}</a:t>
            </a:r>
          </a:p>
          <a:p>
            <a:pPr marL="0" indent="0">
              <a:buNone/>
            </a:pPr>
            <a:r>
              <a:rPr lang="en-US" altLang="zh-TW" dirty="0"/>
              <a:t>Catch(</a:t>
            </a:r>
            <a:r>
              <a:rPr lang="zh-TW" altLang="en-US" dirty="0"/>
              <a:t>異常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{</a:t>
            </a:r>
          </a:p>
          <a:p>
            <a:pPr marL="0" indent="0">
              <a:buNone/>
            </a:pPr>
            <a:endParaRPr lang="en-US" altLang="zh-TW" sz="3600" b="1" dirty="0"/>
          </a:p>
          <a:p>
            <a:pPr marL="0" indent="0">
              <a:buNone/>
            </a:pPr>
            <a:r>
              <a:rPr lang="en-US" altLang="zh-TW" dirty="0"/>
              <a:t>}</a:t>
            </a:r>
          </a:p>
          <a:p>
            <a:pPr marL="0" indent="0">
              <a:buNone/>
            </a:pPr>
            <a:r>
              <a:rPr lang="en-US" altLang="zh-TW" sz="3200" b="1" dirty="0">
                <a:solidFill>
                  <a:srgbClr val="FFFF00"/>
                </a:solidFill>
              </a:rPr>
              <a:t>final</a:t>
            </a:r>
            <a:endParaRPr lang="zh-TW" alt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922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D514C6-DA96-0995-282B-D8E62E83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自訂</a:t>
            </a:r>
            <a:r>
              <a:rPr lang="en-US" altLang="zh-TW" dirty="0"/>
              <a:t>exception-&gt;</a:t>
            </a:r>
            <a:r>
              <a:rPr lang="zh-TW" altLang="en-US" dirty="0"/>
              <a:t>非</a:t>
            </a:r>
            <a:r>
              <a:rPr lang="en-US" altLang="zh-TW" dirty="0" err="1"/>
              <a:t>RuntimeExcption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24C8EE-761D-50AC-F3D5-7D6F8A4E8A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步驟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throw new exception();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throws </a:t>
            </a:r>
            <a:r>
              <a:rPr lang="zh-TW" altLang="en-US" dirty="0"/>
              <a:t>異常訊息</a:t>
            </a:r>
          </a:p>
          <a:p>
            <a:r>
              <a:rPr lang="zh-TW" altLang="en-US" dirty="0"/>
              <a:t>應用</a:t>
            </a:r>
          </a:p>
          <a:p>
            <a:pPr lvl="1"/>
            <a:r>
              <a:rPr lang="zh-TW" altLang="en-US" dirty="0"/>
              <a:t>建構式</a:t>
            </a:r>
          </a:p>
          <a:p>
            <a:pPr lvl="1"/>
            <a:r>
              <a:rPr lang="zh-TW" altLang="en-US" dirty="0"/>
              <a:t>方法</a:t>
            </a:r>
          </a:p>
          <a:p>
            <a:pPr lvl="1"/>
            <a:r>
              <a:rPr lang="zh-TW" altLang="en-US" dirty="0"/>
              <a:t>自訂</a:t>
            </a:r>
            <a:r>
              <a:rPr lang="en-US" altLang="zh-TW" dirty="0"/>
              <a:t>Exception class</a:t>
            </a:r>
          </a:p>
          <a:p>
            <a:r>
              <a:rPr lang="en-US" altLang="zh-TW" dirty="0"/>
              <a:t>assert</a:t>
            </a:r>
          </a:p>
          <a:p>
            <a:pPr lvl="1"/>
            <a:r>
              <a:rPr lang="en-US" altLang="zh-TW" dirty="0" err="1"/>
              <a:t>asert</a:t>
            </a:r>
            <a:r>
              <a:rPr lang="en-US" altLang="zh-TW" dirty="0"/>
              <a:t> </a:t>
            </a:r>
            <a:r>
              <a:rPr lang="zh-TW" altLang="en-US" dirty="0"/>
              <a:t>不符合的條件</a:t>
            </a:r>
            <a:r>
              <a:rPr lang="en-US" altLang="zh-TW" dirty="0"/>
              <a:t>:”</a:t>
            </a:r>
            <a:r>
              <a:rPr lang="zh-TW" altLang="en-US" dirty="0"/>
              <a:t>顯示的說明”</a:t>
            </a:r>
            <a:r>
              <a:rPr lang="en-US" altLang="zh-TW" dirty="0"/>
              <a:t>;</a:t>
            </a:r>
          </a:p>
          <a:p>
            <a:pPr lvl="1"/>
            <a:r>
              <a:rPr lang="en-US" altLang="zh-TW" dirty="0"/>
              <a:t>java –</a:t>
            </a:r>
            <a:r>
              <a:rPr lang="en-US" altLang="zh-TW" dirty="0" err="1"/>
              <a:t>ea</a:t>
            </a:r>
            <a:r>
              <a:rPr lang="en-US" altLang="zh-TW" dirty="0"/>
              <a:t> </a:t>
            </a:r>
            <a:r>
              <a:rPr lang="zh-TW" altLang="en-US" dirty="0"/>
              <a:t>檔案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內容版面配置區 5" descr="一張含有 文字, 字型, 螢幕擷取畫面, 行 的圖片&#10;&#10;自動產生的描述">
            <a:extLst>
              <a:ext uri="{FF2B5EF4-FFF2-40B4-BE49-F238E27FC236}">
                <a16:creationId xmlns:a16="http://schemas.microsoft.com/office/drawing/2014/main" id="{89195811-D715-CCFC-BFF0-858FAD8868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130" y="3109434"/>
            <a:ext cx="6097532" cy="1764318"/>
          </a:xfrm>
        </p:spPr>
      </p:pic>
    </p:spTree>
    <p:extLst>
      <p:ext uri="{BB962C8B-B14F-4D97-AF65-F5344CB8AC3E}">
        <p14:creationId xmlns:p14="http://schemas.microsoft.com/office/powerpoint/2010/main" val="2295239964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99</TotalTime>
  <Words>263</Words>
  <Application>Microsoft Office PowerPoint</Application>
  <PresentationFormat>寬螢幕</PresentationFormat>
  <Paragraphs>66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9" baseType="lpstr">
      <vt:lpstr>Arial</vt:lpstr>
      <vt:lpstr>Trebuchet MS</vt:lpstr>
      <vt:lpstr>柏林</vt:lpstr>
      <vt:lpstr>Java SE Developer 1z0-819</vt:lpstr>
      <vt:lpstr>error &amp; Exception;錯誤與異常處理</vt:lpstr>
      <vt:lpstr>訊息捕捉</vt:lpstr>
      <vt:lpstr>Exception分類</vt:lpstr>
      <vt:lpstr>多重條件捕捉(單選),final</vt:lpstr>
      <vt:lpstr>自訂exception-&gt;非RuntimeExcption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chan</dc:creator>
  <cp:lastModifiedBy>allen chan</cp:lastModifiedBy>
  <cp:revision>11</cp:revision>
  <dcterms:created xsi:type="dcterms:W3CDTF">2025-01-12T14:05:46Z</dcterms:created>
  <dcterms:modified xsi:type="dcterms:W3CDTF">2025-01-12T15:45:06Z</dcterms:modified>
</cp:coreProperties>
</file>